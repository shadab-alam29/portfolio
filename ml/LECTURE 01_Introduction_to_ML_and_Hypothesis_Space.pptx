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Machine Learning &amp; Hypothesis Space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ML Concepts, Types, Applications, and Hypothesis 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ML enables computers to learn from data without explicit programming.</a:t>
            </a:r>
          </a:p>
          <a:p>
            <a:r>
              <a:t>Used in image recognition, speech processing, language translation, etc.</a:t>
            </a:r>
          </a:p>
          <a:p>
            <a:r>
              <a:t>Learns patterns from data to make predictions or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Machine Learning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Solves complex business problems (e.g., medical diagnosis, language understanding).</a:t>
            </a:r>
          </a:p>
          <a:p>
            <a:r>
              <a:rPr dirty="0"/>
              <a:t>Handles large volumes of data (e.g., fraud detection, social media feeds).</a:t>
            </a:r>
          </a:p>
          <a:p>
            <a:r>
              <a:rPr dirty="0"/>
              <a:t>Automates repetitive tasks (e.g., spam filtering, chatbots).</a:t>
            </a:r>
          </a:p>
          <a:p>
            <a:r>
              <a:rPr dirty="0"/>
              <a:t>Personalizes user experience (e.g., Netflix, e-commerce).</a:t>
            </a:r>
          </a:p>
          <a:p>
            <a:r>
              <a:rPr dirty="0"/>
              <a:t>Improves performance over time (e.g., Siri, self-driving cars).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a Machine Learn?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Data Input: Text, images, numbers.</a:t>
            </a:r>
          </a:p>
          <a:p>
            <a:r>
              <a:rPr dirty="0"/>
              <a:t>Algorithms: Mathematical methods to find patterns.</a:t>
            </a:r>
          </a:p>
          <a:p>
            <a:r>
              <a:rPr dirty="0"/>
              <a:t>Model Training: Adjusts settings to reduce prediction error.</a:t>
            </a:r>
          </a:p>
          <a:p>
            <a:r>
              <a:rPr dirty="0"/>
              <a:t>Feedback Loop: Uses true outcomes to improve.</a:t>
            </a:r>
          </a:p>
          <a:p>
            <a:r>
              <a:rPr dirty="0"/>
              <a:t>Evaluation: Tests on unseen data for generalization.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Data in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 is the foundation of ML learning.</a:t>
            </a:r>
          </a:p>
          <a:p>
            <a:r>
              <a:t>High-quality, diverse data improves model performance.</a:t>
            </a:r>
          </a:p>
          <a:p>
            <a:r>
              <a:t>Features extracted from data are crucial.</a:t>
            </a:r>
          </a:p>
          <a:p>
            <a:r>
              <a:t>Validation and testing datasets measure generalization.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Supervised Learning: Uses labeled data (classification, regression).</a:t>
            </a:r>
          </a:p>
          <a:p>
            <a:r>
              <a:t>Unsupervised Learning: Finds hidden patterns in unlabeled data.</a:t>
            </a:r>
          </a:p>
          <a:p>
            <a:r>
              <a:t>Reinforcement Learning: Learns via rewards and penalties.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Enhanced efficiency and automation.</a:t>
            </a:r>
          </a:p>
          <a:p>
            <a:r>
              <a:t>Data-driven insights for better decisions.</a:t>
            </a:r>
          </a:p>
          <a:p>
            <a:r>
              <a:t>Improved personalization.</a:t>
            </a:r>
          </a:p>
          <a:p>
            <a:r>
              <a:t>Advanced automation and robotics.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 bias and fairness.</a:t>
            </a:r>
          </a:p>
          <a:p>
            <a:r>
              <a:t>Security and privacy concerns.</a:t>
            </a:r>
          </a:p>
          <a:p>
            <a:r>
              <a:t>Interpretability and explainability.</a:t>
            </a:r>
          </a:p>
          <a:p>
            <a:r>
              <a:t>Job displacement due to automation.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Healthcare: Diagnosis, treatment personalization.</a:t>
            </a:r>
          </a:p>
          <a:p>
            <a:r>
              <a:rPr dirty="0"/>
              <a:t>Finance: Fraud detection, credit scoring.</a:t>
            </a:r>
          </a:p>
          <a:p>
            <a:r>
              <a:rPr dirty="0"/>
              <a:t>Retail: Product recommendations, inventory forecasting.</a:t>
            </a:r>
          </a:p>
          <a:p>
            <a:r>
              <a:rPr dirty="0"/>
              <a:t>Transportation: Self-driving cars, route optimization.</a:t>
            </a:r>
          </a:p>
          <a:p>
            <a:r>
              <a:rPr dirty="0"/>
              <a:t>Social Media: Content recommendation, speech recognition.</a:t>
            </a:r>
          </a:p>
          <a:p>
            <a:r>
              <a:rPr dirty="0"/>
              <a:t>Manufacturing: Quality control, predictive maintenance.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Space in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Set of all possible models a learning algorithm can choose from.</a:t>
            </a:r>
          </a:p>
          <a:p>
            <a:r>
              <a:t>Goal: Find best hypothesis that generalizes well.</a:t>
            </a:r>
          </a:p>
          <a:p>
            <a:r>
              <a:t>Types: Discrete (e.g., decision trees), Continuous (e.g., linear regression).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Inductive Bias and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Bias helps restrict hypothesis space for better generalization.</a:t>
            </a:r>
          </a:p>
          <a:p>
            <a:r>
              <a:t>Smaller space: risk of underfitting.</a:t>
            </a:r>
          </a:p>
          <a:p>
            <a:r>
              <a:t>Larger space: risk of overfitting.</a:t>
            </a:r>
          </a:p>
          <a:p>
            <a:r>
              <a:t>Examples: Linear models, decision trees, neural networks.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vs Validation vs Testing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Training: Learn patterns and fit model.</a:t>
            </a:r>
          </a:p>
          <a:p>
            <a:r>
              <a:t>Validation: Tune hyperparameters and prevent overfitting.</a:t>
            </a:r>
          </a:p>
          <a:p>
            <a:r>
              <a:t>Testing: Evaluate final model performance on unseen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dirty="0"/>
              <a:t>Supervised Learning Example: Patient Dataset</a:t>
            </a:r>
            <a:br>
              <a:rPr lang="en-IN" dirty="0"/>
            </a:b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193121"/>
              </p:ext>
            </p:extLst>
          </p:nvPr>
        </p:nvGraphicFramePr>
        <p:xfrm>
          <a:off x="2032000" y="2213187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Label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healthy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Hypothesis Spaces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098569"/>
              </p:ext>
            </p:extLst>
          </p:nvPr>
        </p:nvGraphicFramePr>
        <p:xfrm>
          <a:off x="558800" y="2183130"/>
          <a:ext cx="8229600" cy="249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t>Model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Hypothesis Representation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Hypothesis Space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y = </a:t>
                      </a:r>
                      <a:r>
                        <a:rPr dirty="0" err="1"/>
                        <a:t>wx</a:t>
                      </a:r>
                      <a:r>
                        <a:rPr dirty="0"/>
                        <a:t>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possible values of w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Tree structure with splits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trees up to a certain depth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Layered structure with 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All combinations of weights and biases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Comparison: Training vs Validation vs Testing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081658"/>
              </p:ext>
            </p:extLst>
          </p:nvPr>
        </p:nvGraphicFramePr>
        <p:xfrm>
          <a:off x="457200" y="2116666"/>
          <a:ext cx="8229600" cy="235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Training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Validation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Testing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Learn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Tune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Evaluate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Parameter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Many times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Multiple times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Once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581</Words>
  <Application>Microsoft Office PowerPoint</Application>
  <PresentationFormat>On-screen Show (4:3)</PresentationFormat>
  <Paragraphs>120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Introduction to Machine Learning &amp; Hypothesis Space</vt:lpstr>
      <vt:lpstr>Introduction to Machine Learning</vt:lpstr>
      <vt:lpstr>Why Machine Learning is Needed</vt:lpstr>
      <vt:lpstr>What Makes a Machine Learn?</vt:lpstr>
      <vt:lpstr>Importance of Data in ML</vt:lpstr>
      <vt:lpstr>Types of Machine Learning</vt:lpstr>
      <vt:lpstr>Benefits of Machine Learning</vt:lpstr>
      <vt:lpstr>Challenges of Machine Learning</vt:lpstr>
      <vt:lpstr>Applications of Machine Learning</vt:lpstr>
      <vt:lpstr>Hypothesis Space in ML</vt:lpstr>
      <vt:lpstr>Inductive Bias and Significance</vt:lpstr>
      <vt:lpstr>Training vs Validation vs Testing Sets</vt:lpstr>
      <vt:lpstr> Supervised Learning Example: Patient Dataset </vt:lpstr>
      <vt:lpstr>Examples of Hypothesis Spaces</vt:lpstr>
      <vt:lpstr>Comparison: Training vs Validation vs Testing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Gurpreet Singh</cp:lastModifiedBy>
  <cp:revision>7</cp:revision>
  <dcterms:created xsi:type="dcterms:W3CDTF">2013-01-27T09:14:16Z</dcterms:created>
  <dcterms:modified xsi:type="dcterms:W3CDTF">2026-01-07T10:26:44Z</dcterms:modified>
  <cp:category/>
</cp:coreProperties>
</file>